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Case Study &amp; Business Insights</a:t>
            </a:r>
          </a:p>
          <a:p>
            <a:r>
              <a:t>Period: Jan 2023 -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Lack of consolidated visibility into overall sales performance.</a:t>
            </a:r>
          </a:p>
          <a:p>
            <a:pPr>
              <a:spcAft>
                <a:spcPts val="1000"/>
              </a:spcAft>
            </a:pPr>
            <a:r>
              <a:t>Difficulty in identifying high-value product categories and profitable demographics.</a:t>
            </a:r>
          </a:p>
          <a:p>
            <a:pPr>
              <a:spcAft>
                <a:spcPts val="1000"/>
              </a:spcAft>
            </a:pPr>
            <a:r>
              <a:t>Undefined seasonal trends leading to inefficient inventory management.</a:t>
            </a:r>
          </a:p>
          <a:p>
            <a:pPr>
              <a:spcAft>
                <a:spcPts val="1000"/>
              </a:spcAft>
            </a:pPr>
            <a:r>
              <a:t>Need for data-driven insights to optimize marketing and operational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Aim: To analyze retail transaction data to evaluate business health and customer behavior.</a:t>
            </a:r>
          </a:p>
          <a:p>
            <a:pPr>
              <a:spcAft>
                <a:spcPts val="1000"/>
              </a:spcAft>
            </a:pPr>
            <a:r>
              <a:t>Objective 1: Clean and preprocess raw transaction data (1,000 records).</a:t>
            </a:r>
          </a:p>
          <a:p>
            <a:pPr>
              <a:spcAft>
                <a:spcPts val="1000"/>
              </a:spcAft>
            </a:pPr>
            <a:r>
              <a:t>Objective 2: Perform descriptive statistical analysis on age, price, and quantities.</a:t>
            </a:r>
          </a:p>
          <a:p>
            <a:pPr>
              <a:spcAft>
                <a:spcPts val="1000"/>
              </a:spcAft>
            </a:pPr>
            <a:r>
              <a:t>Objective 3: Segment revenue by category, gender, and age group.</a:t>
            </a:r>
          </a:p>
          <a:p>
            <a:pPr>
              <a:spcAft>
                <a:spcPts val="1000"/>
              </a:spcAft>
            </a:pPr>
            <a:r>
              <a:t>Objective 4: Visualize monthly trends to pinpoint seasonal peaks.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Data Source: Retail Sales Dataset (CSV format).</a:t>
            </a:r>
          </a:p>
          <a:p>
            <a:pPr>
              <a:spcAft>
                <a:spcPts val="1000"/>
              </a:spcAft>
            </a:pPr>
            <a:r>
              <a:t>Analysis Tools: Python (Pandas, NumPy) for data manipulation and aggregation.</a:t>
            </a:r>
          </a:p>
          <a:p>
            <a:pPr>
              <a:spcAft>
                <a:spcPts val="1000"/>
              </a:spcAft>
            </a:pPr>
            <a:r>
              <a:t>Visualization: Matplotlib and Seaborn for trend analysis and demographic charts.</a:t>
            </a:r>
          </a:p>
          <a:p>
            <a:pPr>
              <a:spcAft>
                <a:spcPts val="1000"/>
              </a:spcAft>
            </a:pPr>
            <a:r>
              <a:t>Environment: Integrated development environment for exploratory data analysis (EDA).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Results: Sales &amp;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Total Revenue: $456,000 across 1,000 transactions.</a:t>
            </a:r>
          </a:p>
          <a:p>
            <a:pPr>
              <a:spcAft>
                <a:spcPts val="1000"/>
              </a:spcAft>
            </a:pPr>
            <a:r>
              <a:t>Top Performing Category: Electronics ($156,905 revenue).</a:t>
            </a:r>
          </a:p>
          <a:p>
            <a:pPr>
              <a:spcAft>
                <a:spcPts val="1000"/>
              </a:spcAft>
            </a:pPr>
            <a:r>
              <a:t>Highest Volume Category: Clothing (894 units sold).</a:t>
            </a:r>
          </a:p>
          <a:p>
            <a:pPr>
              <a:spcAft>
                <a:spcPts val="1000"/>
              </a:spcAft>
            </a:pPr>
            <a:r>
              <a:t>Average Order Value (AOV): $456 per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Results: Customer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Gender Distribution: Female customers contributed 51.1% ($232,840) of revenue; Males contributed 48.9% ($223,160).</a:t>
            </a:r>
          </a:p>
          <a:p>
            <a:pPr>
              <a:spcAft>
                <a:spcPts val="1000"/>
              </a:spcAft>
            </a:pPr>
            <a:r>
              <a:t>Average Customer Age: 41.39 years.</a:t>
            </a:r>
          </a:p>
          <a:p>
            <a:pPr>
              <a:spcAft>
                <a:spcPts val="1000"/>
              </a:spcAft>
            </a:pPr>
            <a:r>
              <a:t>Age Segments: Revenue is relatively balanced across age groups, with minor peaks in the 35-44 and 45-54 brackets.</a:t>
            </a:r>
          </a:p>
          <a:p>
            <a:pPr>
              <a:spcAft>
                <a:spcPts val="1000"/>
              </a:spcAft>
            </a:pPr>
            <a:r>
              <a:t>Engagement: High consistency in purchasing power across both genders in 'Beauty' and 'Electronics'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Trends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Peak Sales Month: May 2023 ($53,150 revenue) identified as the highest performing period.</a:t>
            </a:r>
          </a:p>
          <a:p>
            <a:pPr>
              <a:spcAft>
                <a:spcPts val="1000"/>
              </a:spcAft>
            </a:pPr>
            <a:r>
              <a:t>Holiday Impact: Strong performance in October and December suggests effective year-end holiday engagement.</a:t>
            </a:r>
          </a:p>
          <a:p>
            <a:pPr>
              <a:spcAft>
                <a:spcPts val="1000"/>
              </a:spcAft>
            </a:pPr>
            <a:r>
              <a:t>Stable Demand: Consistent transaction volume maintained throughout the year with an average of ~83 transactions per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Inventory Optimization: Increase stock for Electronics and Clothing ahead of May and December peaks.</a:t>
            </a:r>
          </a:p>
          <a:p>
            <a:pPr>
              <a:spcAft>
                <a:spcPts val="1000"/>
              </a:spcAft>
            </a:pPr>
            <a:r>
              <a:t>Targeted Marketing: Develop gender-neutral campaigns for Electronics while creating focused promotions for Beauty (Female-skewed).</a:t>
            </a:r>
          </a:p>
          <a:p>
            <a:pPr>
              <a:spcAft>
                <a:spcPts val="1000"/>
              </a:spcAft>
            </a:pPr>
            <a:r>
              <a:t>Retention: Implement a loyalty program targeting the 35-54 age demographic, as they represent the most stable revenue stream.</a:t>
            </a:r>
          </a:p>
          <a:p>
            <a:pPr>
              <a:spcAft>
                <a:spcPts val="1000"/>
              </a:spcAft>
            </a:pPr>
            <a:r>
              <a:t>Product Bundling: Use high-volume 'Clothing' items to cross-sell 'Beauty' products to increase total transaction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